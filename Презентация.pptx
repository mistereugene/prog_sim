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Поздороваться. Разогрев вопросами: кто сегодня брал телефон / играл / смотрел YouTube / платил онлайн. Вывод: вы уже в IT, просто не задумывались. Сегодня узнаем, кто всё это делает.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Развеять миф «IT = только код». Это 4 куска: программы, данные, серверы, защита. Привязать к их жизни: лента в TikTok — это данные. Нижняя строка — почему стоит идти: рост, дефицит кадров, удалёнка.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Быстрая карта направлений. Главная мысль вслух: не все в IT пишут код — есть управление, дизайн, поддержка. Значит, место найдётся под разный характер.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Снять страх «я не потяну». Подчеркнуть: главное — любопытство и желание пробовать. Гением быть не нужно. Дальше — конкретные профессии.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Обзор маршрута. Назвать каждого одним образом: программист = пишет код, безопасник = телохранитель, аналитик = детектив по цифрам, DevOps = механик, тестировщик = тот кому платят ломать, менеджер = капитан, поддержка = спасатель, дизайнер = делает удобно.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единую схему: что делает / как стать / сколько платят. И ввести уровни как в игре: новичок (junior) → уверенный (middle) → мастер (senior). Чем выше — тем больше платят. Сразу оговорка: все зарплаты — ориентир по рынку, не обещание.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Программист пишет супер-подробную инструкцию для «безмозглого» компьютера. Продукт — работающий код. Деньги: новичок 60–120к, дальше больше. Спросить: кто пробовал писать код?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«Программист» — это семейство: фронтенд (что видишь), бэкенд (что считает), мобайл, игры. Рост: новичок→уверенный→мастер→капитан/архитектор. ИИ-помощник ускоряет, но ценится умение собрать систему.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Безопасник — цифровой телохранитель. Крючок: у кого взламывали аккаунт? Делают: ищут дырки, отбивают атаки, легально взламывают себя (этичный хакер). Платят хорошо.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в безопасности: следит за атаками, этичный хакер-пентестер, защита кода, защита ИИ. Факт-крючок: в мире не хватает ~5 млн специалистов.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Аналитик данных — детектив по цифрам и тренер для ИИ. Лучший крючок: кому лента читает мысли? Объяснить: лайки = данные, из них делают рекомендации. Сейчас на пике из-за нейросетей.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Аналитик строит графики; data scientist делает модели; есть работа с ИИ нового поколения (ChatGPT, нейро-художники). Обучение ИИ объяснить на примере щенка: показываешь тысячи примеров.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DevOps — механик гоночной команды: чтобы код доехал до людей и ничего не падало. Честно: новичку сложно, приходят из других IT. Одна из самых денежных профессий.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Тестировщик — тот, кому платят ломать. Крючок: были баги в играх? Находит баги до игроков. Лёгкий вход в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Менеджер — капитан команды. Сам не кодит. Главное — общение и порядок. Подходит «гуманитариям». Пример: снять фильм всем классом — кто-то должен всё организовать.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Поддержка — спасатель. Крючок: кто писал в поддержку? Уровни тут — ЛИНИИ (1/2/3), а не новичок/мастер. Самый лёгкий вход в IT и трамплин в другие профессии.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Дизайнер — делает красиво и удобно. Пример: бывает приложение бесит неудобством, а бывает всё интуитивно. Главное — Figma и портфолио, диплом вторичен.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Сравнить. Главная мысль: разница новичок→мастер огромная во всех профессиях. Значит, важно расти, а не стартовая цифра. У поддержки уровни — это линии (сказать вслух). Цифры — ориентир.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Помочь примерить на себя. Идти от склонностей. Нормально не знать — поддержка/QA дают мягкий вход. Финальный совет: одно направление + бесплатный курс + своими руками.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IT большой, входов много, порог не всегда высокий. Призыв: выбрать направление и попробовать. Открыть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131C3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572000"/>
            <a:ext cx="2926080" cy="2926080"/>
          </a:xfrm>
          <a:prstGeom prst="ellipse">
            <a:avLst/>
          </a:prstGeom>
          <a:solidFill>
            <a:srgbClr val="131C3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097280" cy="10972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6" y="102778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ЛЕТНИЙ IT-ЛАГЕРЬ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— это про тебя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41248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профессий: чем занимаются, как ими стать и сколько платят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41248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уже пользуешься этим каждый день. Сегодня узнаешь, кто за этим стоит.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IT?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мы делаем с информацией через компьютеры. И ты уже этим пользуешься!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70048" cy="2743200"/>
          </a:xfrm>
          <a:prstGeom prst="roundRect">
            <a:avLst>
              <a:gd name="adj" fmla="val 411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0744" y="23774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321" y="2649017"/>
            <a:ext cx="462686" cy="462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204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 и игры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ты трогаешь на экране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47288" y="2011680"/>
            <a:ext cx="2670048" cy="2743200"/>
          </a:xfrm>
          <a:prstGeom prst="roundRect">
            <a:avLst>
              <a:gd name="adj" fmla="val 411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9392" y="237744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69" y="2649017"/>
            <a:ext cx="462686" cy="462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0168" y="35204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75888" y="39776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следы: лайки, просмотры — из них делают ленту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45936" y="2011680"/>
            <a:ext cx="2670048" cy="2743200"/>
          </a:xfrm>
          <a:prstGeom prst="roundRect">
            <a:avLst>
              <a:gd name="adj" fmla="val 411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237744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617" y="2649017"/>
            <a:ext cx="462686" cy="462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35204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74536" y="39776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невидимый фундамент, где всё хранится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244584" y="2011680"/>
            <a:ext cx="2670048" cy="2743200"/>
          </a:xfrm>
          <a:prstGeom prst="roundRect">
            <a:avLst>
              <a:gd name="adj" fmla="val 411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76688" y="237744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265" y="2649017"/>
            <a:ext cx="462686" cy="462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27464" y="35204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473184" y="39776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охрана денег и личных данных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— отрасль №1 по росту · людей не хватает · можно работать из дома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IT — 6 направлений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не во всех нужно писать код!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713232" cy="71323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341413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30175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создают программы и игры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14884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005" y="2341413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219456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0175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всё работало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2148840"/>
            <a:ext cx="713232" cy="71323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477" y="2341413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44584" y="219456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ИИ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94192" y="30175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из цифр, нейросети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434840"/>
            <a:ext cx="713232" cy="713232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33" y="4627413"/>
            <a:ext cx="328087" cy="3280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48056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41248" y="53035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взломов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325112" y="411480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434840"/>
            <a:ext cx="713232" cy="713232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005" y="4627413"/>
            <a:ext cx="328087" cy="3280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68112" y="448056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617720" y="53035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командуют командами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8101584" y="411480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5904" y="4434840"/>
            <a:ext cx="713232" cy="713232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477" y="4627413"/>
            <a:ext cx="328087" cy="3280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44584" y="448056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и поддержка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394192" y="53035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красиво, удобно, помощь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подходит IT?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Забудь миф про «парня в очках, который не выходит из комнаты»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731520" cy="73152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2209190"/>
            <a:ext cx="336499" cy="3364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65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Тому, кто любит разбираться: «а как это работает?»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731520" cy="73152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" y="3260750"/>
            <a:ext cx="336499" cy="336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3017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внимателен и может посидеть над задачей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40080" y="4114800"/>
            <a:ext cx="731520" cy="73152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312310"/>
            <a:ext cx="336499" cy="3364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40690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готов учиться новому — технологии меняются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40080" y="5166360"/>
            <a:ext cx="731520" cy="73152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5363870"/>
            <a:ext cx="336499" cy="33649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5120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технарям, и гуманитариям — роли есть для всех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/>
        </p:spPr>
      </p:sp>
      <p:sp>
        <p:nvSpPr>
          <p:cNvPr id="17" name="Text 11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обязательно быть гением по математике!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8 героев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три — подробнее, остальные — быстро и по той же схеме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131C33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1965960"/>
            <a:ext cx="822960" cy="82296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671" y="218815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1965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6656" y="289864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Программист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4088" y="33832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код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69164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131C33"/>
          </a:solidFill>
          <a:ln/>
        </p:spPr>
      </p:sp>
      <p:sp>
        <p:nvSpPr>
          <p:cNvPr id="11" name="Shape 8"/>
          <p:cNvSpPr/>
          <p:nvPr/>
        </p:nvSpPr>
        <p:spPr>
          <a:xfrm>
            <a:off x="4398264" y="1965960"/>
            <a:ext cx="822960" cy="82296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463" y="218815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181965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84448" y="289864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Кибербезопасник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11880" y="33832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телохранитель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82512" y="169164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131C33"/>
          </a:solidFill>
          <a:ln/>
        </p:spPr>
      </p:sp>
      <p:sp>
        <p:nvSpPr>
          <p:cNvPr id="17" name="Shape 13"/>
          <p:cNvSpPr/>
          <p:nvPr/>
        </p:nvSpPr>
        <p:spPr>
          <a:xfrm>
            <a:off x="7306056" y="196596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55" y="2188159"/>
            <a:ext cx="378562" cy="3785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47104" y="181965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92240" y="289864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данных и ИИ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19672" y="33832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Детектив по цифрам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290304" y="169164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131C33"/>
          </a:solidFill>
          <a:ln/>
        </p:spPr>
      </p:sp>
      <p:sp>
        <p:nvSpPr>
          <p:cNvPr id="23" name="Shape 18"/>
          <p:cNvSpPr/>
          <p:nvPr/>
        </p:nvSpPr>
        <p:spPr>
          <a:xfrm>
            <a:off x="10213848" y="196596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47" y="2188159"/>
            <a:ext cx="378562" cy="3785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54896" y="181965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400032" y="289864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DevOps-инженер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427464" y="33832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 гоночной команды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66928" y="411480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131C33"/>
          </a:solidFill>
          <a:ln/>
        </p:spPr>
      </p:sp>
      <p:sp>
        <p:nvSpPr>
          <p:cNvPr id="29" name="Shape 23"/>
          <p:cNvSpPr/>
          <p:nvPr/>
        </p:nvSpPr>
        <p:spPr>
          <a:xfrm>
            <a:off x="1490472" y="4389120"/>
            <a:ext cx="822960" cy="82296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2671" y="4611319"/>
            <a:ext cx="378562" cy="3785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1520" y="42428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76656" y="532180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Тестировщик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04088" y="58064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Тот, кому платят ломать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3474720" y="411480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131C33"/>
          </a:solidFill>
          <a:ln/>
        </p:spPr>
      </p:sp>
      <p:sp>
        <p:nvSpPr>
          <p:cNvPr id="35" name="Shape 28"/>
          <p:cNvSpPr/>
          <p:nvPr/>
        </p:nvSpPr>
        <p:spPr>
          <a:xfrm>
            <a:off x="4398264" y="4389120"/>
            <a:ext cx="822960" cy="82296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0463" y="4611319"/>
            <a:ext cx="378562" cy="37856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639312" y="42428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3584448" y="532180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проекта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3611880" y="58064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Капитан команды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6382512" y="411480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131C33"/>
          </a:solidFill>
          <a:ln/>
        </p:spPr>
      </p:sp>
      <p:sp>
        <p:nvSpPr>
          <p:cNvPr id="41" name="Shape 33"/>
          <p:cNvSpPr/>
          <p:nvPr/>
        </p:nvSpPr>
        <p:spPr>
          <a:xfrm>
            <a:off x="7306056" y="4389120"/>
            <a:ext cx="822960" cy="822960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8255" y="4611319"/>
            <a:ext cx="378562" cy="37856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547104" y="42428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6492240" y="532180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 поддержки</a:t>
            </a:r>
            <a:endParaRPr lang="en-US" sz="1500" dirty="0"/>
          </a:p>
        </p:txBody>
      </p:sp>
      <p:sp>
        <p:nvSpPr>
          <p:cNvPr id="45" name="Text 36"/>
          <p:cNvSpPr/>
          <p:nvPr/>
        </p:nvSpPr>
        <p:spPr>
          <a:xfrm>
            <a:off x="6519672" y="58064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Спасатель, когда всё сломалось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9290304" y="411480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131C33"/>
          </a:solidFill>
          <a:ln/>
        </p:spPr>
      </p:sp>
      <p:sp>
        <p:nvSpPr>
          <p:cNvPr id="47" name="Shape 38"/>
          <p:cNvSpPr/>
          <p:nvPr/>
        </p:nvSpPr>
        <p:spPr>
          <a:xfrm>
            <a:off x="10213848" y="4389120"/>
            <a:ext cx="822960" cy="822960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6047" y="4611319"/>
            <a:ext cx="378562" cy="378562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9454896" y="42428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9400032" y="532180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Дизайнер</a:t>
            </a:r>
            <a:endParaRPr lang="en-US" sz="1500" dirty="0"/>
          </a:p>
        </p:txBody>
      </p:sp>
      <p:sp>
        <p:nvSpPr>
          <p:cNvPr id="51" name="Text 41"/>
          <p:cNvSpPr/>
          <p:nvPr/>
        </p:nvSpPr>
        <p:spPr>
          <a:xfrm>
            <a:off x="9427464" y="58064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красиво и удобно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каждого — 3 вопроса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05940" y="173736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517" y="200893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делает?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4389120" y="13716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46420" y="173736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997" y="2008937"/>
            <a:ext cx="462686" cy="4626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им стать?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8229600" y="13716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486900" y="1737360"/>
            <a:ext cx="1005840" cy="10058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477" y="2008937"/>
            <a:ext cx="462686" cy="4626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платят?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ещё у каждого есть 3 уровня — как в игре: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868680" y="45720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143000" y="498348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Text 13"/>
          <p:cNvSpPr/>
          <p:nvPr/>
        </p:nvSpPr>
        <p:spPr>
          <a:xfrm>
            <a:off x="114300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828800" y="4800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828800" y="5230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учится, под присмотром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5074920"/>
            <a:ext cx="292608" cy="2926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572000" y="45720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46320" y="49834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18"/>
          <p:cNvSpPr/>
          <p:nvPr/>
        </p:nvSpPr>
        <p:spPr>
          <a:xfrm>
            <a:off x="484632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5532120" y="4800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5532120" y="5230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делает сам</a:t>
            </a:r>
            <a:endParaRPr lang="en-US" sz="12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5074920"/>
            <a:ext cx="292608" cy="29260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275320" y="45720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49640" y="498348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3"/>
          <p:cNvSpPr/>
          <p:nvPr/>
        </p:nvSpPr>
        <p:spPr>
          <a:xfrm>
            <a:off x="85496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9235440" y="4800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9235440" y="5230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эксперт, учит других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160520" cy="5760720"/>
          </a:xfrm>
          <a:prstGeom prst="roundRect">
            <a:avLst>
              <a:gd name="adj" fmla="val 3516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822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05940" y="1234440"/>
            <a:ext cx="1554480" cy="15544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Программист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«Пишет код»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Объясняет компьютеру, что делать — пошагово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5961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пробовал писать код?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640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10515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инструкции для компьютера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Ловит и чинит ошибки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игры, сайты, приложения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83480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ПЛАТЯТ, ₽ В МЕСЯЦ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98348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7492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728472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7616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7616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150–250к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58596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67740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67740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300–450к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4983480" y="48463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49697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48280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стать: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Выучить язык (Python) и делать свои мини-проекты — это и есть портфолио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4983480" y="5669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579272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77840" y="56509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Берут: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Яндекс, VK, Сбер, Ozon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667055"/>
            <a:ext cx="357530" cy="357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Программист — это много профессий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26464" y="1801368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2048256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ты видишь на экране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65576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43400" y="1801368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048256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02736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648456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невидимая часть: считает и хранит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82512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260336" y="1801368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204825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19672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Мобайл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65392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для телефонов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299448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177272" y="1801368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048256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36608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Игры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482328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геймдев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48640" y="4160520"/>
            <a:ext cx="11091672" cy="1783080"/>
          </a:xfrm>
          <a:prstGeom prst="roundRect">
            <a:avLst>
              <a:gd name="adj" fmla="val 717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60120" y="4617720"/>
            <a:ext cx="868680" cy="8686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4664" y="4852264"/>
            <a:ext cx="399593" cy="39959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10312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2103120" y="475488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у программистов есть ИИ-помощник, который пишет код вместе с ними. Профессия не умирает — она меняется.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160520" cy="5760720"/>
          </a:xfrm>
          <a:prstGeom prst="roundRect">
            <a:avLst>
              <a:gd name="adj" fmla="val 3516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822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05940" y="1234440"/>
            <a:ext cx="1554480" cy="15544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Кибербезопасник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«Цифровой телохранитель»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Защищает данные и деньги от взлома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5961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кого взламывали аккаунт?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640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10515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 дырки в защите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Отбивает атаки хакеров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легально взламывает, чтобы проверить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83480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ПЛАТЯТ, ₽ В МЕСЯЦ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98348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7492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728472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7616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7616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150–250к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58596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67740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67740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250–400к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4983480" y="48463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49697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48280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стать: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Разобраться в сетях и Linux, тренироваться на CTF — играх-головоломках про взлом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4983480" y="56692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579272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77840" y="56509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Берут: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Kaspersky, Positive Technologies, банки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667055"/>
            <a:ext cx="357530" cy="357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такие безопасники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26464" y="1801368"/>
            <a:ext cx="914400" cy="9144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2048256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 за атаками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ловит взлом в реальном времени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65576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43400" y="1801368"/>
            <a:ext cx="914400" cy="9144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048256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02736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Этичный хакер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648456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взламывает по-доброму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82512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260336" y="1801368"/>
            <a:ext cx="914400" cy="9144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204825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19672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Защищает код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65392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не было дыр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299448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177272" y="1801368"/>
            <a:ext cx="914400" cy="9144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048256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36608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Защищает ИИ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482328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совсем новое направление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48640" y="4160520"/>
            <a:ext cx="11091672" cy="1783080"/>
          </a:xfrm>
          <a:prstGeom prst="roundRect">
            <a:avLst>
              <a:gd name="adj" fmla="val 717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60120" y="4617720"/>
            <a:ext cx="868680" cy="86868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4664" y="4852264"/>
            <a:ext cx="399593" cy="39959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10312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2103120" y="475488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мире не хватает почти 5 миллионов специалистов по безопасности. Работа точно будет!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160520" cy="5760720"/>
          </a:xfrm>
          <a:prstGeom prst="roundRect">
            <a:avLst>
              <a:gd name="adj" fmla="val 351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822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05940" y="1234440"/>
            <a:ext cx="1554480" cy="15544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данных и ИИ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«Детектив по цифрам»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...и тренер для нейросети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5961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лента будто читает мысли?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640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10515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ответы в горе цифр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 понятные графики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Обучает искусственный интеллект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83480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ПЛАТЯТ, ₽ В МЕСЯЦ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98348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7492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45–105к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728472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7616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7616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180–230к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58596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67740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67740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300–450к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4983480" y="48463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49697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48280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стать: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 без страха + язык Python + практика на реальных задачах (Kaggle)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4983480" y="56692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579272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77840" y="56509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Берут: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Яндекс, Ozon, Wildberries, Сбер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667055"/>
            <a:ext cx="357530" cy="357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обучают ИИ? Как щенка!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26464" y="1801368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2048256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 графики и отчёты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65576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43400" y="1801368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048256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02736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648456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умные модели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82512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260336" y="1801368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204825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19672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нового поколения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65392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нейро-художники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299448" y="150876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177272" y="1801368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048256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36608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482328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самая лента в TikTok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48640" y="4160520"/>
            <a:ext cx="11091672" cy="1783080"/>
          </a:xfrm>
          <a:prstGeom prst="roundRect">
            <a:avLst>
              <a:gd name="adj" fmla="val 717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60120" y="4617720"/>
            <a:ext cx="868680" cy="8686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4664" y="4852264"/>
            <a:ext cx="399593" cy="39959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10312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2103120" y="475488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Показал нейросети тысячи фото «это кот / это пёс» — и она научилась. Это направление сейчас на самом пике из-за нейросетей.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160520" cy="5760720"/>
          </a:xfrm>
          <a:prstGeom prst="roundRect">
            <a:avLst>
              <a:gd name="adj" fmla="val 3516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822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05940" y="1234440"/>
            <a:ext cx="1554480" cy="15544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DevOps-инженер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«Механик гоночной команды»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всё работало и не падало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5961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будет, если приложение упадёт?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640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10515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Настраивает «конвейер» выпуска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 за серверами и облаками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 всё на ходу день и ночь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83480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ПЛАТЯТ, ₽ В МЕСЯЦ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98348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7492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120–150к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728472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7616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7616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200–310к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58596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67740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67740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350–500к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4983480" y="48463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49697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48280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стать: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Чаще приходят, уже поработав в IT: знают Linux, серверы и контейнеры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4983480" y="5669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579272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77840" y="56509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Берут: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Везде, где большие нагрузки  ·  Чистому новичку сюда сложно — и это честно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160520" cy="5760720"/>
          </a:xfrm>
          <a:prstGeom prst="roundRect">
            <a:avLst>
              <a:gd name="adj" fmla="val 3516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822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05940" y="1234440"/>
            <a:ext cx="1554480" cy="15544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Тестировщик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«Тот, кому платят ломать»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баги до того, как их увидишь ты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5961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вас были баги в играх?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640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10515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 пытается всё сломать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и описывает баги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Опытные пишут автотесты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83480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ПЛАТЯТ, ₽ В МЕСЯЦ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98348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7492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728472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7616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7616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100–180к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58596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67740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67740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200–300к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4983480" y="484632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49697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48280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стать: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самых лёгких входов в IT: основы тестирования, потом — автотесты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4983480" y="566928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579272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77840" y="56509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Берут: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Яндекс, VK, Ozon, банки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160520" cy="5760720"/>
          </a:xfrm>
          <a:prstGeom prst="roundRect">
            <a:avLst>
              <a:gd name="adj" fmla="val 3516"/>
            </a:avLst>
          </a:prstGeom>
          <a:solidFill>
            <a:srgbClr val="EA580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822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05940" y="1234440"/>
            <a:ext cx="1554480" cy="15544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проекта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«Капитан команды»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не кодит — следит, чтобы всё было вовремя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5961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любит всё организовывать?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640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10515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Составляет план и собирает команду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 за сроками и деньгами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Общается с заказчиком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83480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ПЛАТЯТ, ₽ В МЕСЯЦ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98348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7492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80–140к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728472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7616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7616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150–250к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58596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67740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67740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250–500к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4983480" y="484632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49697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48280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стать: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не про код, а про общение и порядок. Подходит «гуманитариям»!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4983480" y="566928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579272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77840" y="56509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Берут: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Продуктовые IT, банки, агентства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160520" cy="5760720"/>
          </a:xfrm>
          <a:prstGeom prst="roundRect">
            <a:avLst>
              <a:gd name="adj" fmla="val 3516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822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05940" y="1234440"/>
            <a:ext cx="1554480" cy="15544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 поддержки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«Спасатель, когда всё сломалось»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Помогает, когда «ничего не работает»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5961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писал в поддержку?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640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10515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Принимает обращения людей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Помогает решить проблему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Сложное передаёт инженерам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83480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ПЛАТЯТ, ₽ В МЕСЯЦ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98348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7492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1-я линия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728472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7616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2-я линия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7616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70–120к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58596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67740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3-я линия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67740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130–260к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4983480" y="484632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49697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48280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стать: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лёгкий вход в IT: общение + базовая техника. Отличный трамплин дальше!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4983480" y="566928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579272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77840" y="56509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Берут: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IT-сервисы, телеком, банки  ·  Уровни тут — «линии», а не новичок/мастер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160520" cy="5760720"/>
          </a:xfrm>
          <a:prstGeom prst="roundRect">
            <a:avLst>
              <a:gd name="adj" fmla="val 3516"/>
            </a:avLst>
          </a:prstGeom>
          <a:solidFill>
            <a:srgbClr val="DB2777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822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05940" y="1234440"/>
            <a:ext cx="1554480" cy="15544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Дизайнер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«Делает красиво и удобно»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Художник интерфейсов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5961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приложение бесит неудобством?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640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10515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Изучает, как люди пользуются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Рисует экраны приложения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так, чтобы было понятно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83480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ПЛАТЯТ, ₽ В МЕСЯЦ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98348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7492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50–90к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728472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7616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7616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120–220к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585960" y="3200400"/>
            <a:ext cx="2072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677400" y="3364992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677400" y="374904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250–400к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4983480" y="4846320"/>
            <a:ext cx="457200" cy="45720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49697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48280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стать: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Освоить программу Figma и собрать портфолио работ. Диплом вторичен!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4983480" y="5669280"/>
            <a:ext cx="457200" cy="45720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579272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77840" y="56509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Берут: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Продуктовые IT, агентства, банки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платят: всё вместе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 в месяц · ориентир по рынку (не обещание!) · зависит от города и компании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690872"/>
                <a:gridCol w="2130552"/>
                <a:gridCol w="2130552"/>
                <a:gridCol w="2139696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Профессия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Новичок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Уверенный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Мастер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Программист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60–120к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150–250к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300–450к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Кибербезопасник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80–120к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150–250к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250–400к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 данных и 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45–105к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180–230к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300–450к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DevOps-инженер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120–150к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200–310к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350–500к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Тестировщик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100–180к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200–300к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Менеджер проекта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80–140к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150–250к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250–500к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Специалист поддержки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70–120к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130–260к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Дизайнер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50–90к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120–220к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250–400к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— не сразу много, а РАСТИ: все начинают слева и идут вправо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выбрать именно тебе?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 не от денег, а от того, что тебе в кайф делать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7568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22875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39112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Любишь логику и собирать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· DevOps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456432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2075688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215" y="2228759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039112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Внимателен, любишь защищать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9432" y="274320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· Тестирование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01584" y="1783080"/>
            <a:ext cx="3456432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07568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687" y="2228759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2039112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Тащишься от цифр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75904" y="274320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· ИИ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685032"/>
            <a:ext cx="3456432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977640"/>
            <a:ext cx="566928" cy="56692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43" y="413071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941064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Любишь людей и порядок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2960" y="46451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Менеджмент · Поддержка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25112" y="3685032"/>
            <a:ext cx="3456432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3977640"/>
            <a:ext cx="566928" cy="566928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215" y="4130711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3941064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Чувствуешь красоту и удобство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99432" y="46451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01584" y="3685032"/>
            <a:ext cx="3456432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397764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687" y="4130711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61704" y="3941064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не знаешь — это норм!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75904" y="46451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Начни с поддержки или QA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548640" y="576072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0B1220"/>
          </a:solidFill>
          <a:ln/>
        </p:spPr>
      </p:sp>
      <p:sp>
        <p:nvSpPr>
          <p:cNvPr id="35" name="Shape 27"/>
          <p:cNvSpPr/>
          <p:nvPr/>
        </p:nvSpPr>
        <p:spPr>
          <a:xfrm>
            <a:off x="777240" y="5897880"/>
            <a:ext cx="438912" cy="438912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746" y="6016386"/>
            <a:ext cx="201900" cy="2019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71600" y="57607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выбери одно, пройди бесплатный курс и сделай что-то своими руками. Это важнее диплома!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131C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914400"/>
            <a:ext cx="2926080" cy="2926080"/>
          </a:xfrm>
          <a:prstGeom prst="ellipse">
            <a:avLst/>
          </a:prstGeom>
          <a:solidFill>
            <a:srgbClr val="131C33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280160"/>
            <a:ext cx="1371600" cy="137160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38100" dir="5400000">
              <a:srgbClr val="0B122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292" y="165049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8036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Войти реально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блата и идеального аттестата. Главное — любопытство и попробовать.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Ваши вопросы?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IT-профессии для детей</dc:title>
  <dc:subject>PptxGenJS Presentation</dc:subject>
  <dc:creator>IT Camp</dc:creator>
  <cp:lastModifiedBy>IT Camp</cp:lastModifiedBy>
  <cp:revision>1</cp:revision>
  <dcterms:created xsi:type="dcterms:W3CDTF">2026-06-22T13:45:35Z</dcterms:created>
  <dcterms:modified xsi:type="dcterms:W3CDTF">2026-06-22T13:45:35Z</dcterms:modified>
</cp:coreProperties>
</file>